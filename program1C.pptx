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D689C-1926-09F8-A595-24027036E259}"/>
              </a:ext>
            </a:extLst>
          </p:cNvPr>
          <p:cNvSpPr>
            <a:spLocks noGrp="1"/>
          </p:cNvSpPr>
          <p:nvPr>
            <p:ph type="title"/>
          </p:nvPr>
        </p:nvSpPr>
        <p:spPr>
          <a:xfrm>
            <a:off x="1052381" y="573882"/>
            <a:ext cx="8596668" cy="1320800"/>
          </a:xfrm>
        </p:spPr>
        <p:txBody>
          <a:bodyPr/>
          <a:lstStyle/>
          <a:p>
            <a:r>
              <a:rPr lang="en-IN" b="1" dirty="0"/>
              <a:t>MINI ATTENDANCE TRACKER </a:t>
            </a:r>
            <a:endParaRPr lang="en-US" b="1" dirty="0"/>
          </a:p>
        </p:txBody>
      </p:sp>
      <p:sp>
        <p:nvSpPr>
          <p:cNvPr id="3" name="Subtitle 2">
            <a:extLst>
              <a:ext uri="{FF2B5EF4-FFF2-40B4-BE49-F238E27FC236}">
                <a16:creationId xmlns:a16="http://schemas.microsoft.com/office/drawing/2014/main" id="{16BC0B3A-F242-4189-E89F-92CAFC3D8641}"/>
              </a:ext>
            </a:extLst>
          </p:cNvPr>
          <p:cNvSpPr>
            <a:spLocks noGrp="1"/>
          </p:cNvSpPr>
          <p:nvPr>
            <p:ph idx="1"/>
          </p:nvPr>
        </p:nvSpPr>
        <p:spPr>
          <a:xfrm>
            <a:off x="1052381" y="2035969"/>
            <a:ext cx="8596668" cy="3303984"/>
          </a:xfrm>
        </p:spPr>
        <p:txBody>
          <a:bodyPr/>
          <a:lstStyle/>
          <a:p>
            <a:r>
              <a:rPr lang="en-IN" b="1" dirty="0"/>
              <a:t>Presented by:</a:t>
            </a:r>
          </a:p>
          <a:p>
            <a:r>
              <a:rPr lang="en-IN" b="1" dirty="0"/>
              <a:t> Mithra </a:t>
            </a:r>
          </a:p>
          <a:p>
            <a:r>
              <a:rPr lang="en-IN" b="1" dirty="0" err="1"/>
              <a:t>Miruthubhashini</a:t>
            </a:r>
            <a:r>
              <a:rPr lang="en-IN" b="1" dirty="0"/>
              <a:t> </a:t>
            </a:r>
          </a:p>
          <a:p>
            <a:r>
              <a:rPr lang="en-IN" b="1" dirty="0"/>
              <a:t>Mithila </a:t>
            </a:r>
          </a:p>
          <a:p>
            <a:r>
              <a:rPr lang="en-IN" b="1" dirty="0" err="1"/>
              <a:t>KavinNilavan</a:t>
            </a:r>
            <a:endParaRPr lang="en-IN" b="1" dirty="0"/>
          </a:p>
          <a:p>
            <a:r>
              <a:rPr lang="en-IN" b="1" dirty="0" err="1"/>
              <a:t>Nagaraja</a:t>
            </a:r>
            <a:endParaRPr lang="en-US" b="1" dirty="0"/>
          </a:p>
        </p:txBody>
      </p:sp>
    </p:spTree>
    <p:extLst>
      <p:ext uri="{BB962C8B-B14F-4D97-AF65-F5344CB8AC3E}">
        <p14:creationId xmlns:p14="http://schemas.microsoft.com/office/powerpoint/2010/main" val="974753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59B023-4759-7F9D-F529-6C4B5FFA1C79}"/>
              </a:ext>
            </a:extLst>
          </p:cNvPr>
          <p:cNvSpPr>
            <a:spLocks noGrp="1"/>
          </p:cNvSpPr>
          <p:nvPr>
            <p:ph type="title"/>
          </p:nvPr>
        </p:nvSpPr>
        <p:spPr>
          <a:xfrm>
            <a:off x="677334" y="609600"/>
            <a:ext cx="8596668" cy="5283994"/>
          </a:xfrm>
        </p:spPr>
        <p:txBody>
          <a:bodyPr/>
          <a:lstStyle/>
          <a:p>
            <a:r>
              <a:rPr lang="en-IN" b="1" dirty="0"/>
              <a:t>Introduction:</a:t>
            </a:r>
            <a:br>
              <a:rPr lang="en-IN" b="1" dirty="0"/>
            </a:br>
            <a:br>
              <a:rPr lang="en-IN" b="1" dirty="0"/>
            </a:br>
            <a:r>
              <a:rPr lang="en-IN" b="1" dirty="0"/>
              <a:t>Attendance tracking is an important part of managing students or employees in institutions and organizations. Traditional attendance methods such as manual registers can be time-consuming and prone to errors.</a:t>
            </a:r>
            <a:endParaRPr lang="en-US" b="1" dirty="0"/>
          </a:p>
        </p:txBody>
      </p:sp>
    </p:spTree>
    <p:extLst>
      <p:ext uri="{BB962C8B-B14F-4D97-AF65-F5344CB8AC3E}">
        <p14:creationId xmlns:p14="http://schemas.microsoft.com/office/powerpoint/2010/main" val="2096040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E8962-31D4-3CD7-A397-FA9A4447D9E1}"/>
              </a:ext>
            </a:extLst>
          </p:cNvPr>
          <p:cNvSpPr>
            <a:spLocks noGrp="1"/>
          </p:cNvSpPr>
          <p:nvPr>
            <p:ph type="title"/>
          </p:nvPr>
        </p:nvSpPr>
        <p:spPr>
          <a:xfrm>
            <a:off x="677334" y="609600"/>
            <a:ext cx="9556088" cy="4801791"/>
          </a:xfrm>
        </p:spPr>
        <p:txBody>
          <a:bodyPr>
            <a:normAutofit fontScale="90000"/>
          </a:bodyPr>
          <a:lstStyle/>
          <a:p>
            <a:r>
              <a:rPr lang="en-US" b="1" dirty="0"/>
              <a:t>Problem Statement</a:t>
            </a:r>
            <a:r>
              <a:rPr lang="en-IN" b="1" dirty="0"/>
              <a:t> </a:t>
            </a:r>
            <a:br>
              <a:rPr lang="en-IN" b="1" dirty="0"/>
            </a:br>
            <a:br>
              <a:rPr lang="en-IN" b="1" dirty="0"/>
            </a:br>
            <a:r>
              <a:rPr lang="en-US" b="1" dirty="0"/>
              <a:t>Manual attendance systems require significant time and effort. Teachers or managers may face difficulties in maintaining records, calculating attendance percentages, and tracking absences. There is a need for a simple system that can record and manage attendance more efficiently.</a:t>
            </a:r>
          </a:p>
        </p:txBody>
      </p:sp>
    </p:spTree>
    <p:extLst>
      <p:ext uri="{BB962C8B-B14F-4D97-AF65-F5344CB8AC3E}">
        <p14:creationId xmlns:p14="http://schemas.microsoft.com/office/powerpoint/2010/main" val="1919282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5E6DF-C193-C309-B3EB-6F1B1DEBF1C2}"/>
              </a:ext>
            </a:extLst>
          </p:cNvPr>
          <p:cNvSpPr>
            <a:spLocks noGrp="1"/>
          </p:cNvSpPr>
          <p:nvPr>
            <p:ph type="title"/>
          </p:nvPr>
        </p:nvSpPr>
        <p:spPr>
          <a:xfrm rot="10800000" flipV="1">
            <a:off x="498740" y="1071562"/>
            <a:ext cx="8596668" cy="4411266"/>
          </a:xfrm>
        </p:spPr>
        <p:txBody>
          <a:bodyPr>
            <a:normAutofit fontScale="90000"/>
          </a:bodyPr>
          <a:lstStyle/>
          <a:p>
            <a:r>
              <a:rPr lang="en-US" b="1" dirty="0"/>
              <a:t>Objectives</a:t>
            </a:r>
            <a:r>
              <a:rPr lang="en-IN" b="1" dirty="0"/>
              <a:t>:</a:t>
            </a:r>
            <a:br>
              <a:rPr lang="en-IN" b="1" dirty="0"/>
            </a:br>
            <a:r>
              <a:rPr lang="en-IN" b="1" dirty="0"/>
              <a:t> </a:t>
            </a:r>
            <a:br>
              <a:rPr lang="en-IN" b="1" dirty="0"/>
            </a:br>
            <a:r>
              <a:rPr lang="en-US" b="1" dirty="0"/>
              <a:t>To develop a simple system for recording </a:t>
            </a:r>
            <a:r>
              <a:rPr lang="en-US" b="1" dirty="0" err="1"/>
              <a:t>attendance.To</a:t>
            </a:r>
            <a:r>
              <a:rPr lang="en-US" b="1" dirty="0"/>
              <a:t> reduce time spent on manual attendance </a:t>
            </a:r>
            <a:r>
              <a:rPr lang="en-US" b="1" dirty="0" err="1"/>
              <a:t>marking.To</a:t>
            </a:r>
            <a:r>
              <a:rPr lang="en-US" b="1" dirty="0"/>
              <a:t> maintain accurate attendance </a:t>
            </a:r>
            <a:r>
              <a:rPr lang="en-US" b="1" dirty="0" err="1"/>
              <a:t>records.To</a:t>
            </a:r>
            <a:r>
              <a:rPr lang="en-US" b="1" dirty="0"/>
              <a:t> easily monitor attendance percentages.</a:t>
            </a:r>
          </a:p>
        </p:txBody>
      </p:sp>
    </p:spTree>
    <p:extLst>
      <p:ext uri="{BB962C8B-B14F-4D97-AF65-F5344CB8AC3E}">
        <p14:creationId xmlns:p14="http://schemas.microsoft.com/office/powerpoint/2010/main" val="3274237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A9D25-1C84-3DF7-DC97-ED24CE354AB0}"/>
              </a:ext>
            </a:extLst>
          </p:cNvPr>
          <p:cNvSpPr>
            <a:spLocks noGrp="1"/>
          </p:cNvSpPr>
          <p:nvPr>
            <p:ph type="title"/>
          </p:nvPr>
        </p:nvSpPr>
        <p:spPr>
          <a:xfrm>
            <a:off x="677334" y="609599"/>
            <a:ext cx="8596668" cy="4748213"/>
          </a:xfrm>
        </p:spPr>
        <p:txBody>
          <a:bodyPr>
            <a:normAutofit fontScale="90000"/>
          </a:bodyPr>
          <a:lstStyle/>
          <a:p>
            <a:r>
              <a:rPr lang="en-IN" b="1" dirty="0"/>
              <a:t>System Overview:</a:t>
            </a:r>
            <a:br>
              <a:rPr lang="en-IN" b="1" dirty="0"/>
            </a:br>
            <a:r>
              <a:rPr lang="en-IN" b="1" dirty="0"/>
              <a:t>
The mini attendance tracker is designed to record and store attendance data in an organized format. It allows users to mark presence or absence and view attendance records whenever needed. The system helps in maintaining better organization of attendance information.</a:t>
            </a:r>
            <a:endParaRPr lang="en-US" b="1" dirty="0"/>
          </a:p>
        </p:txBody>
      </p:sp>
    </p:spTree>
    <p:extLst>
      <p:ext uri="{BB962C8B-B14F-4D97-AF65-F5344CB8AC3E}">
        <p14:creationId xmlns:p14="http://schemas.microsoft.com/office/powerpoint/2010/main" val="79744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71E14-A71E-AFE3-9FFA-43D7DBF68284}"/>
              </a:ext>
            </a:extLst>
          </p:cNvPr>
          <p:cNvSpPr>
            <a:spLocks noGrp="1"/>
          </p:cNvSpPr>
          <p:nvPr>
            <p:ph type="title"/>
          </p:nvPr>
        </p:nvSpPr>
        <p:spPr>
          <a:xfrm>
            <a:off x="998802" y="823913"/>
            <a:ext cx="8596668" cy="4658916"/>
          </a:xfrm>
        </p:spPr>
        <p:txBody>
          <a:bodyPr>
            <a:normAutofit fontScale="90000"/>
          </a:bodyPr>
          <a:lstStyle/>
          <a:p>
            <a:r>
              <a:rPr lang="en-US" b="1" dirty="0"/>
              <a:t>Components / Tools</a:t>
            </a:r>
            <a:r>
              <a:rPr lang="en-IN" b="1" dirty="0"/>
              <a:t>:</a:t>
            </a:r>
            <a:br>
              <a:rPr lang="en-IN" b="1" dirty="0"/>
            </a:br>
            <a:br>
              <a:rPr lang="en-IN" b="1" dirty="0"/>
            </a:br>
            <a:r>
              <a:rPr lang="en-US" b="1" dirty="0"/>
              <a:t> </a:t>
            </a:r>
            <a:r>
              <a:rPr lang="en-US" b="1" dirty="0" err="1"/>
              <a:t>UsedMicrocontroller</a:t>
            </a:r>
            <a:r>
              <a:rPr lang="en-US" b="1" dirty="0"/>
              <a:t> / Computer </a:t>
            </a:r>
            <a:r>
              <a:rPr lang="en-US" b="1" dirty="0" err="1"/>
              <a:t>systemInput</a:t>
            </a:r>
            <a:r>
              <a:rPr lang="en-US" b="1" dirty="0"/>
              <a:t> method (buttons, keyboard, or software interface)Display or storage </a:t>
            </a:r>
            <a:r>
              <a:rPr lang="en-US" b="1" dirty="0" err="1"/>
              <a:t>systemSoftware</a:t>
            </a:r>
            <a:r>
              <a:rPr lang="en-US" b="1" dirty="0"/>
              <a:t> or programming </a:t>
            </a:r>
            <a:r>
              <a:rPr lang="en-US" b="1" dirty="0" err="1"/>
              <a:t>environmentDatabase</a:t>
            </a:r>
            <a:r>
              <a:rPr lang="en-US" b="1" dirty="0"/>
              <a:t> or spreadsheet for storing records</a:t>
            </a:r>
          </a:p>
        </p:txBody>
      </p:sp>
    </p:spTree>
    <p:extLst>
      <p:ext uri="{BB962C8B-B14F-4D97-AF65-F5344CB8AC3E}">
        <p14:creationId xmlns:p14="http://schemas.microsoft.com/office/powerpoint/2010/main" val="4255882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8EEA8-436A-0EDC-8749-E7E6AB08F32D}"/>
              </a:ext>
            </a:extLst>
          </p:cNvPr>
          <p:cNvSpPr>
            <a:spLocks noGrp="1"/>
          </p:cNvSpPr>
          <p:nvPr>
            <p:ph type="title"/>
          </p:nvPr>
        </p:nvSpPr>
        <p:spPr>
          <a:xfrm>
            <a:off x="802349" y="867370"/>
            <a:ext cx="8596668" cy="5123259"/>
          </a:xfrm>
        </p:spPr>
        <p:txBody>
          <a:bodyPr>
            <a:normAutofit/>
          </a:bodyPr>
          <a:lstStyle/>
          <a:p>
            <a:r>
              <a:rPr lang="en-IN" b="1" dirty="0"/>
              <a:t>Working Principle:</a:t>
            </a:r>
            <a:br>
              <a:rPr lang="en-IN" b="1" dirty="0"/>
            </a:br>
            <a:r>
              <a:rPr lang="en-IN" b="1" dirty="0"/>
              <a:t>
The system records attendance by receiving input from the user. Once attendance is marked, the data is stored in a database or file. The stored data can then be used to track attendance history and calculate attendance percentage</a:t>
            </a:r>
            <a:endParaRPr lang="en-US" b="1" dirty="0"/>
          </a:p>
        </p:txBody>
      </p:sp>
    </p:spTree>
    <p:extLst>
      <p:ext uri="{BB962C8B-B14F-4D97-AF65-F5344CB8AC3E}">
        <p14:creationId xmlns:p14="http://schemas.microsoft.com/office/powerpoint/2010/main" val="409096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C234-4047-4CF2-DADC-C72BCD10E4F9}"/>
              </a:ext>
            </a:extLst>
          </p:cNvPr>
          <p:cNvSpPr>
            <a:spLocks noGrp="1"/>
          </p:cNvSpPr>
          <p:nvPr>
            <p:ph type="title"/>
          </p:nvPr>
        </p:nvSpPr>
        <p:spPr>
          <a:xfrm>
            <a:off x="677334" y="609600"/>
            <a:ext cx="8596668" cy="5391150"/>
          </a:xfrm>
        </p:spPr>
        <p:txBody>
          <a:bodyPr/>
          <a:lstStyle/>
          <a:p>
            <a:r>
              <a:rPr lang="en-IN" b="1" dirty="0"/>
              <a:t> Advantages:</a:t>
            </a:r>
            <a:br>
              <a:rPr lang="en-IN" b="1" dirty="0"/>
            </a:br>
            <a:br>
              <a:rPr lang="en-IN" b="1" dirty="0"/>
            </a:br>
            <a:r>
              <a:rPr lang="en-US" b="1" dirty="0"/>
              <a:t>Saves time compared to manual </a:t>
            </a:r>
            <a:r>
              <a:rPr lang="en-US" b="1" dirty="0" err="1"/>
              <a:t>registersReduces</a:t>
            </a:r>
            <a:r>
              <a:rPr lang="en-US" b="1" dirty="0"/>
              <a:t> human </a:t>
            </a:r>
            <a:r>
              <a:rPr lang="en-US" b="1" dirty="0" err="1"/>
              <a:t>errorsEasy</a:t>
            </a:r>
            <a:r>
              <a:rPr lang="en-US" b="1" dirty="0"/>
              <a:t> to maintain and update </a:t>
            </a:r>
            <a:r>
              <a:rPr lang="en-US" b="1" dirty="0" err="1"/>
              <a:t>recordsProvides</a:t>
            </a:r>
            <a:r>
              <a:rPr lang="en-US" b="1" dirty="0"/>
              <a:t> quick access to attendance information</a:t>
            </a:r>
          </a:p>
        </p:txBody>
      </p:sp>
    </p:spTree>
    <p:extLst>
      <p:ext uri="{BB962C8B-B14F-4D97-AF65-F5344CB8AC3E}">
        <p14:creationId xmlns:p14="http://schemas.microsoft.com/office/powerpoint/2010/main" val="3251050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D8430-2BD8-F2A0-62A0-8B9187503E38}"/>
              </a:ext>
            </a:extLst>
          </p:cNvPr>
          <p:cNvSpPr>
            <a:spLocks noGrp="1"/>
          </p:cNvSpPr>
          <p:nvPr>
            <p:ph type="title"/>
          </p:nvPr>
        </p:nvSpPr>
        <p:spPr>
          <a:xfrm>
            <a:off x="927365" y="1073943"/>
            <a:ext cx="8596668" cy="3569494"/>
          </a:xfrm>
        </p:spPr>
        <p:txBody>
          <a:bodyPr>
            <a:normAutofit/>
          </a:bodyPr>
          <a:lstStyle/>
          <a:p>
            <a:r>
              <a:rPr lang="en-IN" b="1" dirty="0"/>
              <a:t>Applications:</a:t>
            </a:r>
            <a:br>
              <a:rPr lang="en-IN" b="1" dirty="0"/>
            </a:br>
            <a:r>
              <a:rPr lang="en-IN" b="1" dirty="0"/>
              <a:t>
Schools and colleges
Offices and organizations
Training institutes
Small teams or project groups</a:t>
            </a:r>
            <a:endParaRPr lang="en-US" b="1" dirty="0"/>
          </a:p>
        </p:txBody>
      </p:sp>
    </p:spTree>
    <p:extLst>
      <p:ext uri="{BB962C8B-B14F-4D97-AF65-F5344CB8AC3E}">
        <p14:creationId xmlns:p14="http://schemas.microsoft.com/office/powerpoint/2010/main" val="1263084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543CE-F68D-21A7-2A7A-6540AAB9BC0E}"/>
              </a:ext>
            </a:extLst>
          </p:cNvPr>
          <p:cNvSpPr>
            <a:spLocks noGrp="1"/>
          </p:cNvSpPr>
          <p:nvPr>
            <p:ph type="title"/>
          </p:nvPr>
        </p:nvSpPr>
        <p:spPr>
          <a:xfrm>
            <a:off x="942909" y="1020364"/>
            <a:ext cx="10306181" cy="4408886"/>
          </a:xfrm>
        </p:spPr>
        <p:txBody>
          <a:bodyPr>
            <a:normAutofit/>
          </a:bodyPr>
          <a:lstStyle/>
          <a:p>
            <a:r>
              <a:rPr lang="en-US" b="1" dirty="0"/>
              <a:t>Algorithm</a:t>
            </a:r>
            <a:r>
              <a:rPr lang="en-IN" b="1" dirty="0"/>
              <a:t> :</a:t>
            </a:r>
            <a:br>
              <a:rPr lang="en-IN" b="1" dirty="0"/>
            </a:br>
            <a:br>
              <a:rPr lang="en-IN" b="1" dirty="0"/>
            </a:br>
            <a:r>
              <a:rPr lang="en-US" b="1" dirty="0"/>
              <a:t>Start program</a:t>
            </a:r>
            <a:br>
              <a:rPr lang="en-IN" b="1" dirty="0"/>
            </a:br>
            <a:r>
              <a:rPr lang="en-US" b="1" dirty="0"/>
              <a:t>Enter number of students </a:t>
            </a:r>
            <a:br>
              <a:rPr lang="en-IN" b="1" dirty="0"/>
            </a:br>
            <a:r>
              <a:rPr lang="en-US" b="1" dirty="0"/>
              <a:t>Input student names</a:t>
            </a:r>
            <a:br>
              <a:rPr lang="en-IN" b="1" dirty="0"/>
            </a:br>
            <a:r>
              <a:rPr lang="en-IN" b="1" dirty="0"/>
              <a:t>M</a:t>
            </a:r>
            <a:r>
              <a:rPr lang="en-US" b="1" dirty="0"/>
              <a:t>ark attendance </a:t>
            </a:r>
            <a:br>
              <a:rPr lang="en-IN" b="1" dirty="0"/>
            </a:br>
            <a:r>
              <a:rPr lang="en-US" b="1" dirty="0"/>
              <a:t>Display results</a:t>
            </a:r>
          </a:p>
        </p:txBody>
      </p:sp>
    </p:spTree>
    <p:extLst>
      <p:ext uri="{BB962C8B-B14F-4D97-AF65-F5344CB8AC3E}">
        <p14:creationId xmlns:p14="http://schemas.microsoft.com/office/powerpoint/2010/main" val="3640238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44C89-C13F-1013-6F3C-4B6490477FE8}"/>
              </a:ext>
            </a:extLst>
          </p:cNvPr>
          <p:cNvSpPr>
            <a:spLocks noGrp="1"/>
          </p:cNvSpPr>
          <p:nvPr>
            <p:ph type="title"/>
          </p:nvPr>
        </p:nvSpPr>
        <p:spPr>
          <a:xfrm>
            <a:off x="192814" y="767953"/>
            <a:ext cx="10449057" cy="5322094"/>
          </a:xfrm>
        </p:spPr>
        <p:txBody>
          <a:bodyPr>
            <a:normAutofit fontScale="90000"/>
          </a:bodyPr>
          <a:lstStyle/>
          <a:p>
            <a:r>
              <a:rPr lang="en-IN" b="1" dirty="0"/>
              <a:t>CODING:</a:t>
            </a:r>
            <a:br>
              <a:rPr lang="en-IN" b="1" dirty="0"/>
            </a:br>
            <a:br>
              <a:rPr lang="en-IN" b="1" dirty="0"/>
            </a:br>
            <a:r>
              <a:rPr lang="en-IN" b="1" dirty="0"/>
              <a:t>#include &lt;</a:t>
            </a:r>
            <a:r>
              <a:rPr lang="en-IN" b="1" dirty="0" err="1"/>
              <a:t>stdio.h</a:t>
            </a:r>
            <a:r>
              <a:rPr lang="en-IN" b="1" dirty="0"/>
              <a:t>&gt;
</a:t>
            </a:r>
            <a:r>
              <a:rPr lang="en-IN" b="1" dirty="0" err="1"/>
              <a:t>int</a:t>
            </a:r>
            <a:r>
              <a:rPr lang="en-IN" b="1" dirty="0"/>
              <a:t> main() {
    </a:t>
            </a:r>
            <a:r>
              <a:rPr lang="en-IN" b="1" dirty="0" err="1"/>
              <a:t>int</a:t>
            </a:r>
            <a:r>
              <a:rPr lang="en-IN" b="1" dirty="0"/>
              <a:t> </a:t>
            </a:r>
            <a:r>
              <a:rPr lang="en-IN" b="1" dirty="0" err="1"/>
              <a:t>n,i,a</a:t>
            </a:r>
            <a:r>
              <a:rPr lang="en-IN" b="1" dirty="0"/>
              <a:t>;
    </a:t>
            </a:r>
            <a:r>
              <a:rPr lang="en-IN" b="1" dirty="0" err="1"/>
              <a:t>printf</a:t>
            </a:r>
            <a:r>
              <a:rPr lang="en-IN" b="1" dirty="0"/>
              <a:t>(“Enter number of students: “);
    </a:t>
            </a:r>
            <a:r>
              <a:rPr lang="en-IN" b="1" dirty="0" err="1"/>
              <a:t>scanf</a:t>
            </a:r>
            <a:r>
              <a:rPr lang="en-IN" b="1" dirty="0"/>
              <a:t>(“%</a:t>
            </a:r>
            <a:r>
              <a:rPr lang="en-IN" b="1" dirty="0" err="1"/>
              <a:t>d”,&amp;n</a:t>
            </a:r>
            <a:r>
              <a:rPr lang="en-IN" b="1" dirty="0"/>
              <a:t>);
    for(</a:t>
            </a:r>
            <a:r>
              <a:rPr lang="en-IN" b="1" dirty="0" err="1"/>
              <a:t>i</a:t>
            </a:r>
            <a:r>
              <a:rPr lang="en-IN" b="1" dirty="0"/>
              <a:t>=1;i&lt;=</a:t>
            </a:r>
            <a:r>
              <a:rPr lang="en-IN" b="1" dirty="0" err="1"/>
              <a:t>n;i</a:t>
            </a:r>
            <a:r>
              <a:rPr lang="en-IN" b="1" dirty="0"/>
              <a:t>++) {
        </a:t>
            </a:r>
            <a:r>
              <a:rPr lang="en-IN" b="1" dirty="0" err="1"/>
              <a:t>printf</a:t>
            </a:r>
            <a:r>
              <a:rPr lang="en-IN" b="1" dirty="0"/>
              <a:t>(“Student %d (1=Present,0=Absent): “,</a:t>
            </a:r>
            <a:r>
              <a:rPr lang="en-IN" b="1" dirty="0" err="1"/>
              <a:t>i</a:t>
            </a:r>
            <a:r>
              <a:rPr lang="en-IN" b="1" dirty="0"/>
              <a:t>);
        </a:t>
            </a:r>
            <a:r>
              <a:rPr lang="en-IN" b="1" dirty="0" err="1"/>
              <a:t>scanf</a:t>
            </a:r>
            <a:r>
              <a:rPr lang="en-IN" b="1" dirty="0"/>
              <a:t>(“%</a:t>
            </a:r>
            <a:r>
              <a:rPr lang="en-IN" b="1" dirty="0" err="1"/>
              <a:t>d”,&amp;a</a:t>
            </a:r>
            <a:r>
              <a:rPr lang="en-IN" b="1" dirty="0"/>
              <a:t>);</a:t>
            </a:r>
            <a:endParaRPr lang="en-US" b="1" dirty="0"/>
          </a:p>
        </p:txBody>
      </p:sp>
    </p:spTree>
    <p:extLst>
      <p:ext uri="{BB962C8B-B14F-4D97-AF65-F5344CB8AC3E}">
        <p14:creationId xmlns:p14="http://schemas.microsoft.com/office/powerpoint/2010/main" val="2415453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5701E-0A86-A6C0-4229-25F0C0F089BE}"/>
              </a:ext>
            </a:extLst>
          </p:cNvPr>
          <p:cNvSpPr>
            <a:spLocks noGrp="1"/>
          </p:cNvSpPr>
          <p:nvPr>
            <p:ph type="title"/>
          </p:nvPr>
        </p:nvSpPr>
        <p:spPr>
          <a:xfrm>
            <a:off x="677334" y="609600"/>
            <a:ext cx="8596668" cy="4248150"/>
          </a:xfrm>
        </p:spPr>
        <p:txBody>
          <a:bodyPr>
            <a:normAutofit/>
          </a:bodyPr>
          <a:lstStyle/>
          <a:p>
            <a:r>
              <a:rPr lang="en-US" b="1" dirty="0"/>
              <a:t> if(a==1)         </a:t>
            </a:r>
            <a:br>
              <a:rPr lang="en-IN" b="1" dirty="0"/>
            </a:br>
            <a:r>
              <a:rPr lang="en-US" b="1" dirty="0"/>
              <a:t>   </a:t>
            </a:r>
            <a:r>
              <a:rPr lang="en-US" b="1" dirty="0" err="1"/>
              <a:t>printf</a:t>
            </a:r>
            <a:r>
              <a:rPr lang="en-US" b="1" dirty="0"/>
              <a:t>("Present\n");  </a:t>
            </a:r>
            <a:br>
              <a:rPr lang="en-IN" b="1" dirty="0"/>
            </a:br>
            <a:r>
              <a:rPr lang="en-US" b="1" dirty="0"/>
              <a:t> else           </a:t>
            </a:r>
            <a:br>
              <a:rPr lang="en-IN" b="1" dirty="0"/>
            </a:br>
            <a:r>
              <a:rPr lang="en-US" b="1" dirty="0"/>
              <a:t> </a:t>
            </a:r>
            <a:r>
              <a:rPr lang="en-US" b="1" dirty="0" err="1"/>
              <a:t>printf</a:t>
            </a:r>
            <a:r>
              <a:rPr lang="en-US" b="1" dirty="0"/>
              <a:t>("Absent\n"); </a:t>
            </a:r>
            <a:br>
              <a:rPr lang="en-IN" b="1" dirty="0"/>
            </a:br>
            <a:r>
              <a:rPr lang="en-US" b="1" dirty="0"/>
              <a:t>   }   </a:t>
            </a:r>
            <a:br>
              <a:rPr lang="en-IN" b="1" dirty="0"/>
            </a:br>
            <a:r>
              <a:rPr lang="en-US" b="1" dirty="0"/>
              <a:t> return 0;</a:t>
            </a:r>
          </a:p>
        </p:txBody>
      </p:sp>
    </p:spTree>
    <p:extLst>
      <p:ext uri="{BB962C8B-B14F-4D97-AF65-F5344CB8AC3E}">
        <p14:creationId xmlns:p14="http://schemas.microsoft.com/office/powerpoint/2010/main" val="3262178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BFEF-4F5E-898B-13AE-CDF0C6CA2200}"/>
              </a:ext>
            </a:extLst>
          </p:cNvPr>
          <p:cNvSpPr>
            <a:spLocks noGrp="1"/>
          </p:cNvSpPr>
          <p:nvPr>
            <p:ph type="title"/>
          </p:nvPr>
        </p:nvSpPr>
        <p:spPr>
          <a:xfrm>
            <a:off x="677334" y="609600"/>
            <a:ext cx="9323916" cy="6248400"/>
          </a:xfrm>
        </p:spPr>
        <p:txBody>
          <a:bodyPr>
            <a:normAutofit fontScale="90000"/>
          </a:bodyPr>
          <a:lstStyle/>
          <a:p>
            <a:r>
              <a:rPr lang="en-IN" b="1" dirty="0"/>
              <a:t>Future Enhancement:</a:t>
            </a:r>
            <a:br>
              <a:rPr lang="en-IN" b="1" dirty="0"/>
            </a:br>
            <a:r>
              <a:rPr lang="en-IN" b="1" dirty="0"/>
              <a:t>
The system can be improved by adding a student database so that student names, roll numbers, and attendance records can be stored permanently.
The program can be enhanced to automatically calculate attendance percentage for each student and generate attendance reports.
Attendance records can be saved in a file or database so that the data can be accessed later when needed.</a:t>
            </a:r>
            <a:endParaRPr lang="en-US" b="1" dirty="0"/>
          </a:p>
        </p:txBody>
      </p:sp>
    </p:spTree>
    <p:extLst>
      <p:ext uri="{BB962C8B-B14F-4D97-AF65-F5344CB8AC3E}">
        <p14:creationId xmlns:p14="http://schemas.microsoft.com/office/powerpoint/2010/main" val="3794479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7336D3-0905-96E9-E28C-CA2934D3A683}"/>
              </a:ext>
            </a:extLst>
          </p:cNvPr>
          <p:cNvSpPr txBox="1"/>
          <p:nvPr/>
        </p:nvSpPr>
        <p:spPr>
          <a:xfrm>
            <a:off x="5193506" y="2523529"/>
            <a:ext cx="1828800" cy="1828800"/>
          </a:xfrm>
          <a:prstGeom prst="rect">
            <a:avLst/>
          </a:prstGeom>
          <a:noFill/>
        </p:spPr>
        <p:txBody>
          <a:bodyPr wrap="square" rtlCol="0">
            <a:spAutoFit/>
          </a:bodyPr>
          <a:lstStyle/>
          <a:p>
            <a:pPr algn="l"/>
            <a:endParaRPr lang="en-US" dirty="0"/>
          </a:p>
        </p:txBody>
      </p:sp>
      <p:sp>
        <p:nvSpPr>
          <p:cNvPr id="7" name="Title 6">
            <a:extLst>
              <a:ext uri="{FF2B5EF4-FFF2-40B4-BE49-F238E27FC236}">
                <a16:creationId xmlns:a16="http://schemas.microsoft.com/office/drawing/2014/main" id="{708F7911-0A91-3967-BD6A-68216F921EEC}"/>
              </a:ext>
            </a:extLst>
          </p:cNvPr>
          <p:cNvSpPr txBox="1">
            <a:spLocks noGrp="1"/>
          </p:cNvSpPr>
          <p:nvPr>
            <p:ph type="title"/>
          </p:nvPr>
        </p:nvSpPr>
        <p:spPr>
          <a:xfrm>
            <a:off x="677334" y="609600"/>
            <a:ext cx="9770400" cy="5632311"/>
          </a:xfrm>
          <a:prstGeom prst="rect">
            <a:avLst/>
          </a:prstGeom>
          <a:noFill/>
        </p:spPr>
        <p:txBody>
          <a:bodyPr wrap="square">
            <a:spAutoFit/>
          </a:bodyPr>
          <a:lstStyle/>
          <a:p>
            <a:r>
              <a:rPr lang="en-IN" dirty="0"/>
              <a:t>Conclusion:</a:t>
            </a:r>
            <a:br>
              <a:rPr lang="en-IN" dirty="0"/>
            </a:br>
            <a:br>
              <a:rPr lang="en-IN" dirty="0"/>
            </a:br>
            <a:r>
              <a:rPr lang="en-IN" dirty="0"/>
              <a:t>The mini attendance tracker is a simple and effective system for managing attendance records. It helps improve accuracy, saves time, and provides an organized way to monitor attendance. This system can be useful in educational institutions and workplaces for efficient attendance </a:t>
            </a:r>
            <a:r>
              <a:rPr lang="en-IN" dirty="0" err="1"/>
              <a:t>manageme</a:t>
            </a:r>
            <a:endParaRPr lang="en-US" dirty="0"/>
          </a:p>
        </p:txBody>
      </p:sp>
    </p:spTree>
    <p:extLst>
      <p:ext uri="{BB962C8B-B14F-4D97-AF65-F5344CB8AC3E}">
        <p14:creationId xmlns:p14="http://schemas.microsoft.com/office/powerpoint/2010/main" val="210798841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MINI ATTENDANCE TRACKER </vt:lpstr>
      <vt:lpstr>Introduction:  Attendance tracking is an important part of managing students or employees in institutions and organizations. Traditional attendance methods such as manual registers can be time-consuming and prone to errors.</vt:lpstr>
      <vt:lpstr>Problem Statement   Manual attendance systems require significant time and effort. Teachers or managers may face difficulties in maintaining records, calculating attendance percentages, and tracking absences. There is a need for a simple system that can record and manage attendance more efficiently.</vt:lpstr>
      <vt:lpstr>Objectives:   To develop a simple system for recording attendance.To reduce time spent on manual attendance marking.To maintain accurate attendance records.To easily monitor attendance percentages.</vt:lpstr>
      <vt:lpstr>System Overview: 
The mini attendance tracker is designed to record and store attendance data in an organized format. It allows users to mark presence or absence and view attendance records whenever needed. The system helps in maintaining better organization of attendance information.</vt:lpstr>
      <vt:lpstr>Components / Tools:   UsedMicrocontroller / Computer systemInput method (buttons, keyboard, or software interface)Display or storage systemSoftware or programming environmentDatabase or spreadsheet for storing records</vt:lpstr>
      <vt:lpstr>Working Principle: 
The system records attendance by receiving input from the user. Once attendance is marked, the data is stored in a database or file. The stored data can then be used to track attendance history and calculate attendance percentage</vt:lpstr>
      <vt:lpstr> Advantages:  Saves time compared to manual registersReduces human errorsEasy to maintain and update recordsProvides quick access to attendance information</vt:lpstr>
      <vt:lpstr>Applications: 
Schools and colleges
Offices and organizations
Training institutes
Small teams or project groups</vt:lpstr>
      <vt:lpstr>Algorithm :  Start program Enter number of students  Input student names Mark attendance  Display results</vt:lpstr>
      <vt:lpstr>CODING:  #include &lt;stdio.h&gt;
int main() {
    int n,i,a;
    printf(“Enter number of students: “);
    scanf(“%d”,&amp;n);
    for(i=1;i&lt;=n;i++) {
        printf(“Student %d (1=Present,0=Absent): “,i);
        scanf(“%d”,&amp;a);</vt:lpstr>
      <vt:lpstr> if(a==1)             printf("Present\n");    else             printf("Absent\n");     }     return 0;</vt:lpstr>
      <vt:lpstr>Future Enhancement: 
The system can be improved by adding a student database so that student names, roll numbers, and attendance records can be stored permanently.
The program can be enhanced to automatically calculate attendance percentage for each student and generate attendance reports.
Attendance records can be saved in a file or database so that the data can be accessed later when needed.</vt:lpstr>
      <vt:lpstr>Conclusion:  The mini attendance tracker is a simple and effective system for managing attendance records. It helps improve accuracy, saves time, and provides an organized way to monitor attendance. This system can be useful in educational institutions and workplaces for efficient attendance manageme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ATTENDANCE TRACKER </dc:title>
  <dc:creator>nithisri905@gmail.com</dc:creator>
  <cp:lastModifiedBy>nithisri905@gmail.com</cp:lastModifiedBy>
  <cp:revision>1</cp:revision>
  <dcterms:created xsi:type="dcterms:W3CDTF">2026-03-15T10:48:38Z</dcterms:created>
  <dcterms:modified xsi:type="dcterms:W3CDTF">2026-03-15T11:26:01Z</dcterms:modified>
</cp:coreProperties>
</file>